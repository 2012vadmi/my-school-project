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1"/>
  </p:notesMasterIdLst>
  <p:sldIdLst>
    <p:sldId id="256" r:id="rId2"/>
    <p:sldId id="310" r:id="rId3"/>
    <p:sldId id="258" r:id="rId4"/>
    <p:sldId id="311" r:id="rId5"/>
    <p:sldId id="312" r:id="rId6"/>
    <p:sldId id="313" r:id="rId7"/>
    <p:sldId id="314" r:id="rId8"/>
    <p:sldId id="315" r:id="rId9"/>
    <p:sldId id="281" r:id="rId10"/>
  </p:sldIdLst>
  <p:sldSz cx="9144000" cy="5143500" type="screen16x9"/>
  <p:notesSz cx="6797675" cy="9926638"/>
  <p:embeddedFontLst>
    <p:embeddedFont>
      <p:font typeface="Montserrat" panose="020B0604020202020204" charset="-52"/>
      <p:regular r:id="rId12"/>
      <p:bold r:id="rId13"/>
      <p:italic r:id="rId14"/>
      <p:boldItalic r:id="rId15"/>
    </p:embeddedFont>
    <p:embeddedFont>
      <p:font typeface="Fira Sans Extra Condensed Medium" panose="020B0604020202020204" charset="0"/>
      <p:regular r:id="rId16"/>
      <p:bold r:id="rId17"/>
      <p:italic r:id="rId18"/>
      <p:boldItalic r:id="rId19"/>
    </p:embeddedFont>
    <p:embeddedFont>
      <p:font typeface="Catamaran Light" panose="020B0604020202020204" charset="0"/>
      <p:regular r:id="rId20"/>
      <p:bold r:id="rId21"/>
    </p:embeddedFont>
    <p:embeddedFont>
      <p:font typeface="Livvic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0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82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1BFF44-417D-43BC-98BE-27BA49D81CD6}">
  <a:tblStyle styleId="{3B1BFF44-417D-43BC-98BE-27BA49D81C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120" y="68"/>
      </p:cViewPr>
      <p:guideLst>
        <p:guide orient="horz" pos="60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2a420aca26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2a420aca26_0_266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2a420aca26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2a420aca26_0_266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3726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2a420aca26_0_7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2a420aca26_0_732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C404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2a420aca26_0_1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2a420aca26_0_1179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2926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2a420aca26_0_1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2a420aca26_0_1179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4605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2a420aca26_0_1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2a420aca26_0_1179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2378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2a420aca26_0_1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2a420aca26_0_1179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43021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2a420aca26_0_1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2a420aca26_0_1179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7645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2a420aca26_0_14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2a420aca26_0_1492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575" y="1701225"/>
            <a:ext cx="45924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39575" y="3206400"/>
            <a:ext cx="24021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769725" y="1310050"/>
            <a:ext cx="3430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 rot="5400000">
            <a:off x="7142178" y="3570226"/>
            <a:ext cx="1738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ubTitle" idx="1"/>
          </p:nvPr>
        </p:nvSpPr>
        <p:spPr>
          <a:xfrm>
            <a:off x="720000" y="1576450"/>
            <a:ext cx="4294800" cy="22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>
            <a:spLocks noGrp="1"/>
          </p:cNvSpPr>
          <p:nvPr>
            <p:ph type="title"/>
          </p:nvPr>
        </p:nvSpPr>
        <p:spPr>
          <a:xfrm>
            <a:off x="2135550" y="1599688"/>
            <a:ext cx="4872900" cy="118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ubTitle" idx="1"/>
          </p:nvPr>
        </p:nvSpPr>
        <p:spPr>
          <a:xfrm>
            <a:off x="2135550" y="2872713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>
            <a:spLocks noGrp="1"/>
          </p:cNvSpPr>
          <p:nvPr>
            <p:ph type="pic" idx="2"/>
          </p:nvPr>
        </p:nvSpPr>
        <p:spPr>
          <a:xfrm>
            <a:off x="-3301" y="0"/>
            <a:ext cx="9150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20000" y="4010225"/>
            <a:ext cx="7704000" cy="5769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401413"/>
            <a:ext cx="6576000" cy="1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284000" y="3148188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ctrTitle"/>
          </p:nvPr>
        </p:nvSpPr>
        <p:spPr>
          <a:xfrm>
            <a:off x="3423902" y="387473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subTitle" idx="1"/>
          </p:nvPr>
        </p:nvSpPr>
        <p:spPr>
          <a:xfrm>
            <a:off x="3423900" y="802521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title" idx="2" hasCustomPrompt="1"/>
          </p:nvPr>
        </p:nvSpPr>
        <p:spPr>
          <a:xfrm>
            <a:off x="2023007" y="654113"/>
            <a:ext cx="1739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4" name="Google Shape;44;p13"/>
          <p:cNvSpPr txBox="1">
            <a:spLocks noGrp="1"/>
          </p:cNvSpPr>
          <p:nvPr>
            <p:ph type="ctrTitle" idx="3"/>
          </p:nvPr>
        </p:nvSpPr>
        <p:spPr>
          <a:xfrm>
            <a:off x="3425264" y="1224286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ubTitle" idx="4"/>
          </p:nvPr>
        </p:nvSpPr>
        <p:spPr>
          <a:xfrm>
            <a:off x="3425259" y="1638859"/>
            <a:ext cx="19767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title" idx="5" hasCustomPrompt="1"/>
          </p:nvPr>
        </p:nvSpPr>
        <p:spPr>
          <a:xfrm>
            <a:off x="2023007" y="1488788"/>
            <a:ext cx="1615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>
            <a:spLocks noGrp="1"/>
          </p:cNvSpPr>
          <p:nvPr>
            <p:ph type="ctrTitle" idx="6"/>
          </p:nvPr>
        </p:nvSpPr>
        <p:spPr>
          <a:xfrm>
            <a:off x="3427999" y="2061098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ubTitle" idx="7"/>
          </p:nvPr>
        </p:nvSpPr>
        <p:spPr>
          <a:xfrm>
            <a:off x="3427997" y="2475197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title" idx="8" hasCustomPrompt="1"/>
          </p:nvPr>
        </p:nvSpPr>
        <p:spPr>
          <a:xfrm>
            <a:off x="2023007" y="2323463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>
            <a:spLocks noGrp="1"/>
          </p:cNvSpPr>
          <p:nvPr>
            <p:ph type="ctrTitle" idx="9"/>
          </p:nvPr>
        </p:nvSpPr>
        <p:spPr>
          <a:xfrm rot="5400000">
            <a:off x="6672869" y="1646270"/>
            <a:ext cx="29133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ctrTitle" idx="13"/>
          </p:nvPr>
        </p:nvSpPr>
        <p:spPr>
          <a:xfrm>
            <a:off x="3427999" y="2897911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4"/>
          </p:nvPr>
        </p:nvSpPr>
        <p:spPr>
          <a:xfrm>
            <a:off x="3427997" y="3311534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15" hasCustomPrompt="1"/>
          </p:nvPr>
        </p:nvSpPr>
        <p:spPr>
          <a:xfrm>
            <a:off x="2023007" y="3158138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ctrTitle" idx="16"/>
          </p:nvPr>
        </p:nvSpPr>
        <p:spPr>
          <a:xfrm>
            <a:off x="3427999" y="3734723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7"/>
          </p:nvPr>
        </p:nvSpPr>
        <p:spPr>
          <a:xfrm>
            <a:off x="3427997" y="4147872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18" hasCustomPrompt="1"/>
          </p:nvPr>
        </p:nvSpPr>
        <p:spPr>
          <a:xfrm>
            <a:off x="2023007" y="3992813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title"/>
          </p:nvPr>
        </p:nvSpPr>
        <p:spPr>
          <a:xfrm>
            <a:off x="5553850" y="1313850"/>
            <a:ext cx="2630400" cy="10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subTitle" idx="1"/>
          </p:nvPr>
        </p:nvSpPr>
        <p:spPr>
          <a:xfrm>
            <a:off x="5553975" y="2317950"/>
            <a:ext cx="26304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4_2_1_1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>
            <a:spLocks noGrp="1"/>
          </p:cNvSpPr>
          <p:nvPr>
            <p:ph type="ctrTitle"/>
          </p:nvPr>
        </p:nvSpPr>
        <p:spPr>
          <a:xfrm>
            <a:off x="831200" y="376498"/>
            <a:ext cx="3867300" cy="20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ubTitle" idx="1"/>
          </p:nvPr>
        </p:nvSpPr>
        <p:spPr>
          <a:xfrm>
            <a:off x="831200" y="2314225"/>
            <a:ext cx="30816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>
            <a:spLocks noGrp="1"/>
          </p:cNvSpPr>
          <p:nvPr>
            <p:ph type="ctrTitle"/>
          </p:nvPr>
        </p:nvSpPr>
        <p:spPr>
          <a:xfrm>
            <a:off x="831200" y="376498"/>
            <a:ext cx="3867300" cy="20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29"/>
          <p:cNvSpPr txBox="1">
            <a:spLocks noGrp="1"/>
          </p:cNvSpPr>
          <p:nvPr>
            <p:ph type="subTitle" idx="1"/>
          </p:nvPr>
        </p:nvSpPr>
        <p:spPr>
          <a:xfrm>
            <a:off x="831200" y="2314225"/>
            <a:ext cx="30816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30"/>
          <p:cNvSpPr/>
          <p:nvPr/>
        </p:nvSpPr>
        <p:spPr>
          <a:xfrm rot="-5400000" flipH="1">
            <a:off x="7474475" y="3397650"/>
            <a:ext cx="891300" cy="260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/>
          <p:nvPr/>
        </p:nvSpPr>
        <p:spPr>
          <a:xfrm>
            <a:off x="0" y="1577400"/>
            <a:ext cx="362100" cy="1988700"/>
          </a:xfrm>
          <a:prstGeom prst="rect">
            <a:avLst/>
          </a:prstGeom>
          <a:solidFill>
            <a:srgbClr val="CFC3AC">
              <a:alpha val="5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3" r:id="rId9"/>
    <p:sldLayoutId id="2147483666" r:id="rId10"/>
    <p:sldLayoutId id="2147483675" r:id="rId11"/>
    <p:sldLayoutId id="2147483676" r:id="rId12"/>
    <p:sldLayoutId id="2147483677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567" y="0"/>
            <a:ext cx="7387433" cy="5143500"/>
          </a:xfrm>
          <a:prstGeom prst="rect">
            <a:avLst/>
          </a:prstGeom>
        </p:spPr>
      </p:pic>
      <p:sp>
        <p:nvSpPr>
          <p:cNvPr id="158" name="Google Shape;158;p36"/>
          <p:cNvSpPr/>
          <p:nvPr/>
        </p:nvSpPr>
        <p:spPr>
          <a:xfrm rot="5400000">
            <a:off x="1428875" y="13850"/>
            <a:ext cx="3358800" cy="5026500"/>
          </a:xfrm>
          <a:prstGeom prst="rect">
            <a:avLst/>
          </a:prstGeom>
          <a:solidFill>
            <a:srgbClr val="908269">
              <a:alpha val="861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6"/>
          <p:cNvSpPr txBox="1">
            <a:spLocks noGrp="1"/>
          </p:cNvSpPr>
          <p:nvPr>
            <p:ph type="subTitle" idx="1"/>
          </p:nvPr>
        </p:nvSpPr>
        <p:spPr>
          <a:xfrm>
            <a:off x="1039575" y="3206400"/>
            <a:ext cx="24021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lt1"/>
                </a:solidFill>
              </a:rPr>
              <a:t>Минин Вадим 6-5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60" name="Google Shape;160;p36"/>
          <p:cNvSpPr txBox="1">
            <a:spLocks noGrp="1"/>
          </p:cNvSpPr>
          <p:nvPr>
            <p:ph type="ctrTitle"/>
          </p:nvPr>
        </p:nvSpPr>
        <p:spPr>
          <a:xfrm>
            <a:off x="1039575" y="1701225"/>
            <a:ext cx="45924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4400" b="0" dirty="0">
                <a:solidFill>
                  <a:schemeClr val="bg1"/>
                </a:solidFill>
              </a:rPr>
              <a:t>Моя семья в годы Великой Отечественной войны</a:t>
            </a:r>
            <a:endParaRPr sz="4400" dirty="0">
              <a:solidFill>
                <a:schemeClr val="bg1"/>
              </a:solidFill>
              <a:sym typeface="Livvic"/>
            </a:endParaRPr>
          </a:p>
        </p:txBody>
      </p:sp>
      <p:sp>
        <p:nvSpPr>
          <p:cNvPr id="161" name="Google Shape;161;p36"/>
          <p:cNvSpPr/>
          <p:nvPr/>
        </p:nvSpPr>
        <p:spPr>
          <a:xfrm rot="-5400000" flipH="1">
            <a:off x="7354200" y="2416550"/>
            <a:ext cx="3358800" cy="22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20625"/>
            <a:ext cx="7143750" cy="5143500"/>
          </a:xfrm>
          <a:prstGeom prst="rect">
            <a:avLst/>
          </a:prstGeom>
        </p:spPr>
      </p:pic>
      <p:sp>
        <p:nvSpPr>
          <p:cNvPr id="158" name="Google Shape;158;p36"/>
          <p:cNvSpPr/>
          <p:nvPr/>
        </p:nvSpPr>
        <p:spPr>
          <a:xfrm rot="5400000">
            <a:off x="1428875" y="13850"/>
            <a:ext cx="3358800" cy="5026500"/>
          </a:xfrm>
          <a:prstGeom prst="rect">
            <a:avLst/>
          </a:prstGeom>
          <a:solidFill>
            <a:srgbClr val="908269">
              <a:alpha val="861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6"/>
          <p:cNvSpPr txBox="1">
            <a:spLocks noGrp="1"/>
          </p:cNvSpPr>
          <p:nvPr>
            <p:ph type="subTitle" idx="1"/>
          </p:nvPr>
        </p:nvSpPr>
        <p:spPr>
          <a:xfrm>
            <a:off x="1039575" y="3206400"/>
            <a:ext cx="24021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lt1"/>
                </a:solidFill>
              </a:rPr>
              <a:t>Мой прадедушка который написал книгу и участвовал в войне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60" name="Google Shape;160;p36"/>
          <p:cNvSpPr txBox="1">
            <a:spLocks noGrp="1"/>
          </p:cNvSpPr>
          <p:nvPr>
            <p:ph type="ctrTitle"/>
          </p:nvPr>
        </p:nvSpPr>
        <p:spPr>
          <a:xfrm>
            <a:off x="1039575" y="1701225"/>
            <a:ext cx="45924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4400" dirty="0" smtClean="0">
                <a:solidFill>
                  <a:schemeClr val="bg1"/>
                </a:solidFill>
                <a:sym typeface="Livvic"/>
              </a:rPr>
              <a:t>Минин Николай Михайлович</a:t>
            </a:r>
            <a:endParaRPr sz="4400" dirty="0">
              <a:solidFill>
                <a:schemeClr val="bg1"/>
              </a:solidFill>
              <a:sym typeface="Livvic"/>
            </a:endParaRPr>
          </a:p>
        </p:txBody>
      </p:sp>
      <p:sp>
        <p:nvSpPr>
          <p:cNvPr id="161" name="Google Shape;161;p36"/>
          <p:cNvSpPr/>
          <p:nvPr/>
        </p:nvSpPr>
        <p:spPr>
          <a:xfrm rot="-5400000" flipH="1">
            <a:off x="7354200" y="2416550"/>
            <a:ext cx="3358800" cy="22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145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8"/>
          <p:cNvSpPr txBox="1">
            <a:spLocks noGrp="1"/>
          </p:cNvSpPr>
          <p:nvPr>
            <p:ph type="subTitle" idx="14"/>
          </p:nvPr>
        </p:nvSpPr>
        <p:spPr>
          <a:xfrm>
            <a:off x="3427997" y="3311534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 smtClean="0"/>
              <a:t>Раскажу</a:t>
            </a:r>
            <a:r>
              <a:rPr lang="ru-RU" dirty="0" smtClean="0"/>
              <a:t> про книгу</a:t>
            </a:r>
            <a:endParaRPr dirty="0"/>
          </a:p>
        </p:txBody>
      </p:sp>
      <p:sp>
        <p:nvSpPr>
          <p:cNvPr id="176" name="Google Shape;176;p38"/>
          <p:cNvSpPr txBox="1">
            <a:spLocks noGrp="1"/>
          </p:cNvSpPr>
          <p:nvPr>
            <p:ph type="subTitle" idx="17"/>
          </p:nvPr>
        </p:nvSpPr>
        <p:spPr>
          <a:xfrm>
            <a:off x="3427997" y="4147872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Про моего дедушку</a:t>
            </a:r>
            <a:endParaRPr dirty="0"/>
          </a:p>
        </p:txBody>
      </p:sp>
      <p:sp>
        <p:nvSpPr>
          <p:cNvPr id="177" name="Google Shape;177;p38"/>
          <p:cNvSpPr txBox="1">
            <a:spLocks noGrp="1"/>
          </p:cNvSpPr>
          <p:nvPr>
            <p:ph type="ctrTitle" idx="13"/>
          </p:nvPr>
        </p:nvSpPr>
        <p:spPr>
          <a:xfrm>
            <a:off x="3427999" y="2897911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Книга</a:t>
            </a:r>
            <a:endParaRPr dirty="0"/>
          </a:p>
        </p:txBody>
      </p:sp>
      <p:sp>
        <p:nvSpPr>
          <p:cNvPr id="178" name="Google Shape;178;p38"/>
          <p:cNvSpPr txBox="1">
            <a:spLocks noGrp="1"/>
          </p:cNvSpPr>
          <p:nvPr>
            <p:ph type="ctrTitle" idx="16"/>
          </p:nvPr>
        </p:nvSpPr>
        <p:spPr>
          <a:xfrm>
            <a:off x="3427999" y="3734723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После Война</a:t>
            </a:r>
            <a:endParaRPr dirty="0"/>
          </a:p>
        </p:txBody>
      </p:sp>
      <p:sp>
        <p:nvSpPr>
          <p:cNvPr id="179" name="Google Shape;179;p38"/>
          <p:cNvSpPr/>
          <p:nvPr/>
        </p:nvSpPr>
        <p:spPr>
          <a:xfrm rot="-5400000" flipH="1">
            <a:off x="-957850" y="957900"/>
            <a:ext cx="5140800" cy="322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38"/>
          <p:cNvSpPr txBox="1">
            <a:spLocks noGrp="1"/>
          </p:cNvSpPr>
          <p:nvPr>
            <p:ph type="title" idx="8"/>
          </p:nvPr>
        </p:nvSpPr>
        <p:spPr>
          <a:xfrm>
            <a:off x="2023007" y="2323463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81" name="Google Shape;181;p38"/>
          <p:cNvSpPr txBox="1">
            <a:spLocks noGrp="1"/>
          </p:cNvSpPr>
          <p:nvPr>
            <p:ph type="title" idx="2"/>
          </p:nvPr>
        </p:nvSpPr>
        <p:spPr>
          <a:xfrm>
            <a:off x="2023007" y="654113"/>
            <a:ext cx="1739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82" name="Google Shape;182;p38"/>
          <p:cNvSpPr txBox="1">
            <a:spLocks noGrp="1"/>
          </p:cNvSpPr>
          <p:nvPr>
            <p:ph type="title" idx="5"/>
          </p:nvPr>
        </p:nvSpPr>
        <p:spPr>
          <a:xfrm>
            <a:off x="2023007" y="1488788"/>
            <a:ext cx="1615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83" name="Google Shape;183;p38"/>
          <p:cNvSpPr txBox="1">
            <a:spLocks noGrp="1"/>
          </p:cNvSpPr>
          <p:nvPr>
            <p:ph type="title" idx="15"/>
          </p:nvPr>
        </p:nvSpPr>
        <p:spPr>
          <a:xfrm>
            <a:off x="2023007" y="3158138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84" name="Google Shape;184;p38"/>
          <p:cNvSpPr txBox="1">
            <a:spLocks noGrp="1"/>
          </p:cNvSpPr>
          <p:nvPr>
            <p:ph type="title" idx="18"/>
          </p:nvPr>
        </p:nvSpPr>
        <p:spPr>
          <a:xfrm>
            <a:off x="2023007" y="3992813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85" name="Google Shape;185;p38"/>
          <p:cNvSpPr txBox="1">
            <a:spLocks noGrp="1"/>
          </p:cNvSpPr>
          <p:nvPr>
            <p:ph type="ctrTitle" idx="9"/>
          </p:nvPr>
        </p:nvSpPr>
        <p:spPr>
          <a:xfrm rot="5400000">
            <a:off x="6672869" y="1646270"/>
            <a:ext cx="29133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Минин Николай Михайлович</a:t>
            </a:r>
            <a:endParaRPr dirty="0"/>
          </a:p>
        </p:txBody>
      </p:sp>
      <p:sp>
        <p:nvSpPr>
          <p:cNvPr id="186" name="Google Shape;186;p38"/>
          <p:cNvSpPr txBox="1">
            <a:spLocks noGrp="1"/>
          </p:cNvSpPr>
          <p:nvPr>
            <p:ph type="subTitle" idx="7"/>
          </p:nvPr>
        </p:nvSpPr>
        <p:spPr>
          <a:xfrm>
            <a:off x="3427997" y="2475197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Про </a:t>
            </a:r>
            <a:r>
              <a:rPr lang="ru-RU" dirty="0" smtClean="0"/>
              <a:t>пра</a:t>
            </a:r>
            <a:r>
              <a:rPr lang="ru-RU" dirty="0" smtClean="0"/>
              <a:t>бабушку</a:t>
            </a:r>
            <a:endParaRPr dirty="0"/>
          </a:p>
        </p:txBody>
      </p:sp>
      <p:sp>
        <p:nvSpPr>
          <p:cNvPr id="187" name="Google Shape;187;p38"/>
          <p:cNvSpPr txBox="1">
            <a:spLocks noGrp="1"/>
          </p:cNvSpPr>
          <p:nvPr>
            <p:ph type="ctrTitle" idx="6"/>
          </p:nvPr>
        </p:nvSpPr>
        <p:spPr>
          <a:xfrm>
            <a:off x="3427999" y="2061098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Бабушка</a:t>
            </a:r>
            <a:endParaRPr dirty="0"/>
          </a:p>
        </p:txBody>
      </p:sp>
      <p:sp>
        <p:nvSpPr>
          <p:cNvPr id="188" name="Google Shape;188;p38"/>
          <p:cNvSpPr txBox="1">
            <a:spLocks noGrp="1"/>
          </p:cNvSpPr>
          <p:nvPr>
            <p:ph type="ctrTitle"/>
          </p:nvPr>
        </p:nvSpPr>
        <p:spPr>
          <a:xfrm>
            <a:off x="3423902" y="387473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 smtClean="0"/>
              <a:t>О прадедушке</a:t>
            </a:r>
            <a:endParaRPr dirty="0"/>
          </a:p>
        </p:txBody>
      </p:sp>
      <p:sp>
        <p:nvSpPr>
          <p:cNvPr id="189" name="Google Shape;189;p38"/>
          <p:cNvSpPr txBox="1">
            <a:spLocks noGrp="1"/>
          </p:cNvSpPr>
          <p:nvPr>
            <p:ph type="subTitle" idx="1"/>
          </p:nvPr>
        </p:nvSpPr>
        <p:spPr>
          <a:xfrm>
            <a:off x="3423900" y="802521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Биография перед войной</a:t>
            </a:r>
            <a:endParaRPr dirty="0"/>
          </a:p>
        </p:txBody>
      </p:sp>
      <p:sp>
        <p:nvSpPr>
          <p:cNvPr id="190" name="Google Shape;190;p38"/>
          <p:cNvSpPr txBox="1">
            <a:spLocks noGrp="1"/>
          </p:cNvSpPr>
          <p:nvPr>
            <p:ph type="ctrTitle" idx="3"/>
          </p:nvPr>
        </p:nvSpPr>
        <p:spPr>
          <a:xfrm>
            <a:off x="3425264" y="1224286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Война</a:t>
            </a:r>
            <a:endParaRPr dirty="0"/>
          </a:p>
        </p:txBody>
      </p:sp>
      <p:sp>
        <p:nvSpPr>
          <p:cNvPr id="191" name="Google Shape;191;p38"/>
          <p:cNvSpPr txBox="1">
            <a:spLocks noGrp="1"/>
          </p:cNvSpPr>
          <p:nvPr>
            <p:ph type="subTitle" idx="4"/>
          </p:nvPr>
        </p:nvSpPr>
        <p:spPr>
          <a:xfrm>
            <a:off x="3425259" y="1638859"/>
            <a:ext cx="19767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Биография во </a:t>
            </a:r>
            <a:r>
              <a:rPr lang="ru-RU" dirty="0" err="1" smtClean="0"/>
              <a:t>врямя</a:t>
            </a:r>
            <a:r>
              <a:rPr lang="ru-RU" dirty="0" smtClean="0"/>
              <a:t> войны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934" y="0"/>
            <a:ext cx="3702560" cy="5133202"/>
          </a:xfrm>
          <a:prstGeom prst="rect">
            <a:avLst/>
          </a:prstGeom>
        </p:spPr>
      </p:pic>
      <p:sp>
        <p:nvSpPr>
          <p:cNvPr id="279" name="Google Shape;279;p47"/>
          <p:cNvSpPr/>
          <p:nvPr/>
        </p:nvSpPr>
        <p:spPr>
          <a:xfrm>
            <a:off x="7396225" y="25"/>
            <a:ext cx="1738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47"/>
          <p:cNvSpPr/>
          <p:nvPr/>
        </p:nvSpPr>
        <p:spPr>
          <a:xfrm>
            <a:off x="608683" y="3449982"/>
            <a:ext cx="3310200" cy="1568100"/>
          </a:xfrm>
          <a:prstGeom prst="rect">
            <a:avLst/>
          </a:prstGeom>
          <a:solidFill>
            <a:srgbClr val="908269">
              <a:alpha val="617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47"/>
          <p:cNvSpPr txBox="1">
            <a:spLocks noGrp="1"/>
          </p:cNvSpPr>
          <p:nvPr>
            <p:ph type="ctrTitle"/>
          </p:nvPr>
        </p:nvSpPr>
        <p:spPr>
          <a:xfrm>
            <a:off x="686521" y="3624763"/>
            <a:ext cx="3430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lt1"/>
                </a:solidFill>
              </a:rPr>
              <a:t>О прадедушке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82" name="Google Shape;282;p47"/>
          <p:cNvSpPr txBox="1">
            <a:spLocks noGrp="1"/>
          </p:cNvSpPr>
          <p:nvPr>
            <p:ph type="title" idx="2"/>
          </p:nvPr>
        </p:nvSpPr>
        <p:spPr>
          <a:xfrm rot="5400000">
            <a:off x="7142178" y="3570226"/>
            <a:ext cx="1738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01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3323" y="0"/>
            <a:ext cx="318290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41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891" y="25"/>
            <a:ext cx="7097321" cy="5203778"/>
          </a:xfrm>
          <a:prstGeom prst="rect">
            <a:avLst/>
          </a:prstGeom>
        </p:spPr>
      </p:pic>
      <p:sp>
        <p:nvSpPr>
          <p:cNvPr id="279" name="Google Shape;279;p47"/>
          <p:cNvSpPr/>
          <p:nvPr/>
        </p:nvSpPr>
        <p:spPr>
          <a:xfrm>
            <a:off x="7396225" y="25"/>
            <a:ext cx="1738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47"/>
          <p:cNvSpPr/>
          <p:nvPr/>
        </p:nvSpPr>
        <p:spPr>
          <a:xfrm>
            <a:off x="2928696" y="366643"/>
            <a:ext cx="3718463" cy="1881810"/>
          </a:xfrm>
          <a:prstGeom prst="rect">
            <a:avLst/>
          </a:prstGeom>
          <a:solidFill>
            <a:srgbClr val="908269">
              <a:alpha val="617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47"/>
          <p:cNvSpPr txBox="1">
            <a:spLocks noGrp="1"/>
          </p:cNvSpPr>
          <p:nvPr>
            <p:ph type="ctrTitle"/>
          </p:nvPr>
        </p:nvSpPr>
        <p:spPr>
          <a:xfrm>
            <a:off x="3072827" y="245458"/>
            <a:ext cx="3430200" cy="87214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lt1"/>
                </a:solidFill>
              </a:rPr>
              <a:t>Война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82" name="Google Shape;282;p47"/>
          <p:cNvSpPr txBox="1">
            <a:spLocks noGrp="1"/>
          </p:cNvSpPr>
          <p:nvPr>
            <p:ph type="title" idx="2"/>
          </p:nvPr>
        </p:nvSpPr>
        <p:spPr>
          <a:xfrm rot="5400000">
            <a:off x="7142178" y="3570226"/>
            <a:ext cx="1738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lt1"/>
                </a:solidFill>
              </a:rPr>
              <a:t>0</a:t>
            </a:r>
            <a:r>
              <a:rPr lang="ru-RU" dirty="0" smtClean="0">
                <a:solidFill>
                  <a:schemeClr val="lt1"/>
                </a:solidFill>
              </a:rPr>
              <a:t>2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7" name="Google Shape;159;p36"/>
          <p:cNvSpPr txBox="1">
            <a:spLocks/>
          </p:cNvSpPr>
          <p:nvPr/>
        </p:nvSpPr>
        <p:spPr>
          <a:xfrm>
            <a:off x="3072827" y="777462"/>
            <a:ext cx="3430200" cy="13163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dirty="0" smtClean="0">
                <a:solidFill>
                  <a:schemeClr val="lt1"/>
                </a:solidFill>
              </a:rPr>
              <a:t>- Чего спрашивать. Идем воевать, а на войне всякое бывает, это мы понимаем. Родину идем защищать!-таков обычно был ответ.</a:t>
            </a:r>
            <a:endParaRPr lang="ru-RU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421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1078" y="25"/>
            <a:ext cx="3855147" cy="5143500"/>
          </a:xfrm>
          <a:prstGeom prst="rect">
            <a:avLst/>
          </a:prstGeom>
        </p:spPr>
      </p:pic>
      <p:sp>
        <p:nvSpPr>
          <p:cNvPr id="279" name="Google Shape;279;p47"/>
          <p:cNvSpPr/>
          <p:nvPr/>
        </p:nvSpPr>
        <p:spPr>
          <a:xfrm>
            <a:off x="7396225" y="25"/>
            <a:ext cx="1738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47"/>
          <p:cNvSpPr/>
          <p:nvPr/>
        </p:nvSpPr>
        <p:spPr>
          <a:xfrm>
            <a:off x="720000" y="540000"/>
            <a:ext cx="3310200" cy="1568100"/>
          </a:xfrm>
          <a:prstGeom prst="rect">
            <a:avLst/>
          </a:prstGeom>
          <a:solidFill>
            <a:srgbClr val="908269">
              <a:alpha val="617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47"/>
          <p:cNvSpPr txBox="1">
            <a:spLocks noGrp="1"/>
          </p:cNvSpPr>
          <p:nvPr>
            <p:ph type="ctrTitle"/>
          </p:nvPr>
        </p:nvSpPr>
        <p:spPr>
          <a:xfrm>
            <a:off x="769725" y="1310050"/>
            <a:ext cx="3430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lt1"/>
                </a:solidFill>
              </a:rPr>
              <a:t>Бабушка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82" name="Google Shape;282;p47"/>
          <p:cNvSpPr txBox="1">
            <a:spLocks noGrp="1"/>
          </p:cNvSpPr>
          <p:nvPr>
            <p:ph type="title" idx="2"/>
          </p:nvPr>
        </p:nvSpPr>
        <p:spPr>
          <a:xfrm rot="5400000">
            <a:off x="7142178" y="3570226"/>
            <a:ext cx="1738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lt1"/>
                </a:solidFill>
              </a:rPr>
              <a:t>0</a:t>
            </a:r>
            <a:r>
              <a:rPr lang="ru-RU" dirty="0" smtClean="0">
                <a:solidFill>
                  <a:schemeClr val="lt1"/>
                </a:solidFill>
              </a:rPr>
              <a:t>3</a:t>
            </a:r>
            <a:endParaRPr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5042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8600" y="-21234"/>
            <a:ext cx="3857625" cy="5143500"/>
          </a:xfrm>
          <a:prstGeom prst="rect">
            <a:avLst/>
          </a:prstGeom>
        </p:spPr>
      </p:pic>
      <p:sp>
        <p:nvSpPr>
          <p:cNvPr id="279" name="Google Shape;279;p47"/>
          <p:cNvSpPr/>
          <p:nvPr/>
        </p:nvSpPr>
        <p:spPr>
          <a:xfrm>
            <a:off x="7396225" y="25"/>
            <a:ext cx="1738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47"/>
          <p:cNvSpPr/>
          <p:nvPr/>
        </p:nvSpPr>
        <p:spPr>
          <a:xfrm>
            <a:off x="720000" y="540000"/>
            <a:ext cx="3310200" cy="1568100"/>
          </a:xfrm>
          <a:prstGeom prst="rect">
            <a:avLst/>
          </a:prstGeom>
          <a:solidFill>
            <a:srgbClr val="908269">
              <a:alpha val="617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47"/>
          <p:cNvSpPr txBox="1">
            <a:spLocks noGrp="1"/>
          </p:cNvSpPr>
          <p:nvPr>
            <p:ph type="ctrTitle"/>
          </p:nvPr>
        </p:nvSpPr>
        <p:spPr>
          <a:xfrm>
            <a:off x="769725" y="1310050"/>
            <a:ext cx="3430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lt1"/>
                </a:solidFill>
              </a:rPr>
              <a:t>Книга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82" name="Google Shape;282;p47"/>
          <p:cNvSpPr txBox="1">
            <a:spLocks noGrp="1"/>
          </p:cNvSpPr>
          <p:nvPr>
            <p:ph type="title" idx="2"/>
          </p:nvPr>
        </p:nvSpPr>
        <p:spPr>
          <a:xfrm rot="5400000">
            <a:off x="7142178" y="3570226"/>
            <a:ext cx="1738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lt1"/>
                </a:solidFill>
              </a:rPr>
              <a:t>0</a:t>
            </a:r>
            <a:r>
              <a:rPr lang="ru-RU" dirty="0" smtClean="0">
                <a:solidFill>
                  <a:schemeClr val="lt1"/>
                </a:solidFill>
              </a:rPr>
              <a:t>4</a:t>
            </a:r>
            <a:endParaRPr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0608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7"/>
          <p:cNvSpPr/>
          <p:nvPr/>
        </p:nvSpPr>
        <p:spPr>
          <a:xfrm>
            <a:off x="7396225" y="25"/>
            <a:ext cx="1738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47"/>
          <p:cNvSpPr/>
          <p:nvPr/>
        </p:nvSpPr>
        <p:spPr>
          <a:xfrm>
            <a:off x="720000" y="540000"/>
            <a:ext cx="3310200" cy="1568100"/>
          </a:xfrm>
          <a:prstGeom prst="rect">
            <a:avLst/>
          </a:prstGeom>
          <a:solidFill>
            <a:srgbClr val="908269">
              <a:alpha val="617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47"/>
          <p:cNvSpPr txBox="1">
            <a:spLocks noGrp="1"/>
          </p:cNvSpPr>
          <p:nvPr>
            <p:ph type="ctrTitle"/>
          </p:nvPr>
        </p:nvSpPr>
        <p:spPr>
          <a:xfrm>
            <a:off x="769725" y="1310050"/>
            <a:ext cx="3430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lt1"/>
                </a:solidFill>
              </a:rPr>
              <a:t>После Войны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82" name="Google Shape;282;p47"/>
          <p:cNvSpPr txBox="1">
            <a:spLocks noGrp="1"/>
          </p:cNvSpPr>
          <p:nvPr>
            <p:ph type="title" idx="2"/>
          </p:nvPr>
        </p:nvSpPr>
        <p:spPr>
          <a:xfrm rot="5400000">
            <a:off x="7142178" y="3570226"/>
            <a:ext cx="1738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lt1"/>
                </a:solidFill>
              </a:rPr>
              <a:t>0</a:t>
            </a:r>
            <a:r>
              <a:rPr lang="ru-RU" dirty="0" smtClean="0">
                <a:solidFill>
                  <a:schemeClr val="lt1"/>
                </a:solidFill>
              </a:rPr>
              <a:t>5</a:t>
            </a:r>
            <a:endParaRPr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3968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375" y="0"/>
            <a:ext cx="3857625" cy="5143500"/>
          </a:xfrm>
          <a:prstGeom prst="rect">
            <a:avLst/>
          </a:prstGeom>
        </p:spPr>
      </p:pic>
      <p:sp>
        <p:nvSpPr>
          <p:cNvPr id="607" name="Google Shape;607;p61"/>
          <p:cNvSpPr/>
          <p:nvPr/>
        </p:nvSpPr>
        <p:spPr>
          <a:xfrm rot="5400000">
            <a:off x="1428875" y="205200"/>
            <a:ext cx="3358800" cy="5026500"/>
          </a:xfrm>
          <a:prstGeom prst="rect">
            <a:avLst/>
          </a:prstGeom>
          <a:solidFill>
            <a:srgbClr val="908269">
              <a:alpha val="617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61"/>
          <p:cNvSpPr txBox="1">
            <a:spLocks noGrp="1"/>
          </p:cNvSpPr>
          <p:nvPr>
            <p:ph type="subTitle" idx="1"/>
          </p:nvPr>
        </p:nvSpPr>
        <p:spPr>
          <a:xfrm>
            <a:off x="831200" y="2314225"/>
            <a:ext cx="30816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 smtClean="0">
                <a:solidFill>
                  <a:schemeClr val="lt1"/>
                </a:solidFill>
              </a:rPr>
              <a:t>Конец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609" name="Google Shape;609;p61"/>
          <p:cNvSpPr txBox="1">
            <a:spLocks noGrp="1"/>
          </p:cNvSpPr>
          <p:nvPr>
            <p:ph type="ctrTitle"/>
          </p:nvPr>
        </p:nvSpPr>
        <p:spPr>
          <a:xfrm>
            <a:off x="831200" y="376498"/>
            <a:ext cx="3867300" cy="20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 smtClean="0">
                <a:solidFill>
                  <a:schemeClr val="lt1"/>
                </a:solidFill>
              </a:rPr>
              <a:t>Спасибо</a:t>
            </a:r>
            <a:endParaRPr sz="3000" dirty="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ngineering Project Proposal by Slidesgo">
  <a:themeElements>
    <a:clrScheme name="Simple Light">
      <a:dk1>
        <a:srgbClr val="434343"/>
      </a:dk1>
      <a:lt1>
        <a:srgbClr val="FFFFFF"/>
      </a:lt1>
      <a:dk2>
        <a:srgbClr val="595959"/>
      </a:dk2>
      <a:lt2>
        <a:srgbClr val="EEEEEE"/>
      </a:lt2>
      <a:accent1>
        <a:srgbClr val="908269"/>
      </a:accent1>
      <a:accent2>
        <a:srgbClr val="212121"/>
      </a:accent2>
      <a:accent3>
        <a:srgbClr val="CFC3AC"/>
      </a:accent3>
      <a:accent4>
        <a:srgbClr val="976E26"/>
      </a:accent4>
      <a:accent5>
        <a:srgbClr val="927D59"/>
      </a:accent5>
      <a:accent6>
        <a:srgbClr val="584F3E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96</Words>
  <Application>Microsoft Office PowerPoint</Application>
  <PresentationFormat>Экран (16:9)</PresentationFormat>
  <Paragraphs>33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Nunito Light</vt:lpstr>
      <vt:lpstr>Montserrat</vt:lpstr>
      <vt:lpstr>Fira Sans Extra Condensed Medium</vt:lpstr>
      <vt:lpstr>Catamaran Light</vt:lpstr>
      <vt:lpstr>Arial</vt:lpstr>
      <vt:lpstr>Livvic</vt:lpstr>
      <vt:lpstr>Engineering Project Proposal by Slidesgo</vt:lpstr>
      <vt:lpstr>Моя семья в годы Великой Отечественной войны</vt:lpstr>
      <vt:lpstr>Минин Николай Михайлович</vt:lpstr>
      <vt:lpstr>Книга</vt:lpstr>
      <vt:lpstr>О прадедушке</vt:lpstr>
      <vt:lpstr>Война</vt:lpstr>
      <vt:lpstr>Бабушка</vt:lpstr>
      <vt:lpstr>Книга</vt:lpstr>
      <vt:lpstr>После Войны</vt:lpstr>
      <vt:lpstr>Спасибо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Моя семья в годы Великой Отечественной войны</dc:title>
  <dc:creator>VADIM</dc:creator>
  <cp:lastModifiedBy>VADIM</cp:lastModifiedBy>
  <cp:revision>8</cp:revision>
  <cp:lastPrinted>2025-04-23T17:09:03Z</cp:lastPrinted>
  <dcterms:modified xsi:type="dcterms:W3CDTF">2025-04-23T17:53:59Z</dcterms:modified>
</cp:coreProperties>
</file>